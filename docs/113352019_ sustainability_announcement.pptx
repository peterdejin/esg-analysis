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6327"/>
  </p:normalViewPr>
  <p:slideViewPr>
    <p:cSldViewPr snapToGrid="0">
      <p:cViewPr varScale="1">
        <p:scale>
          <a:sx n="119" d="100"/>
          <a:sy n="119" d="100"/>
        </p:scale>
        <p:origin x="21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3/16/25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vaair.com/zh-tw/about-eva-air/news/news-releases/2024-12-17-joins-the-dow-jones-sustainability-indices.html" TargetMode="External"/><Relationship Id="rId2" Type="http://schemas.openxmlformats.org/officeDocument/2006/relationships/hyperlink" Target="https://money.udn.com/money/story/5612/8431360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BE65F-52B2-158D-9A5E-B270C2801B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ja-JP" altLang="en-US" sz="5400" b="1" i="0">
                <a:solidFill>
                  <a:srgbClr val="000000"/>
                </a:solidFill>
                <a:effectLst/>
                <a:latin typeface="Noto Sans TC"/>
              </a:rPr>
              <a:t>推動永續！長榮航空奪今年 </a:t>
            </a:r>
            <a:r>
              <a:rPr lang="en-US" sz="5400" b="1" i="0" dirty="0">
                <a:solidFill>
                  <a:srgbClr val="000000"/>
                </a:solidFill>
                <a:effectLst/>
                <a:latin typeface="Noto Sans TC"/>
              </a:rPr>
              <a:t>S&amp;P Global CSA </a:t>
            </a:r>
            <a:r>
              <a:rPr lang="ja-JP" altLang="en-US" sz="5400" b="1" i="0">
                <a:solidFill>
                  <a:srgbClr val="000000"/>
                </a:solidFill>
                <a:effectLst/>
                <a:latin typeface="Noto Sans TC"/>
              </a:rPr>
              <a:t>業最高分</a:t>
            </a:r>
            <a:endParaRPr lang="en-TW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D9A8FF-4B7A-B646-CC0F-3833EC9C60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TW" dirty="0"/>
              <a:t>113352019 金融碩一</a:t>
            </a:r>
            <a:r>
              <a:rPr lang="zh-TW" altLang="en-US" dirty="0"/>
              <a:t> 黃得晉</a:t>
            </a:r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4042750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8AC16-9579-F244-449E-72D3D4234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TW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FDB82-98F0-F3C7-7AC1-72DB730FA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b="0" i="0">
                <a:solidFill>
                  <a:srgbClr val="000000"/>
                </a:solidFill>
                <a:effectLst/>
                <a:latin typeface="Noto Sans TC"/>
              </a:rPr>
              <a:t>長榮航空</a:t>
            </a:r>
            <a:r>
              <a:rPr lang="ja-JP" altLang="en-US">
                <a:solidFill>
                  <a:srgbClr val="000000"/>
                </a:solidFill>
                <a:latin typeface="Noto Sans TC"/>
              </a:rPr>
              <a:t>（</a:t>
            </a:r>
            <a:r>
              <a:rPr lang="en-US" altLang="ja-JP" dirty="0">
                <a:solidFill>
                  <a:srgbClr val="000000"/>
                </a:solidFill>
                <a:latin typeface="Noto Sans TC"/>
              </a:rPr>
              <a:t>2618</a:t>
            </a:r>
            <a:r>
              <a:rPr lang="ja-JP" altLang="en-US">
                <a:solidFill>
                  <a:srgbClr val="000000"/>
                </a:solidFill>
                <a:latin typeface="Noto Sans TC"/>
              </a:rPr>
              <a:t>）</a:t>
            </a:r>
            <a:r>
              <a:rPr lang="ja-JP" altLang="en-US" b="0" i="0">
                <a:solidFill>
                  <a:srgbClr val="000000"/>
                </a:solidFill>
                <a:effectLst/>
                <a:latin typeface="Noto Sans TC"/>
              </a:rPr>
              <a:t>今年</a:t>
            </a:r>
            <a:r>
              <a:rPr lang="en-US" altLang="ja-JP" b="0" i="0" dirty="0">
                <a:solidFill>
                  <a:srgbClr val="000000"/>
                </a:solidFill>
                <a:effectLst/>
                <a:latin typeface="Noto Sans TC"/>
              </a:rPr>
              <a:t>2024</a:t>
            </a:r>
            <a:r>
              <a:rPr lang="ja-JP" altLang="en-US" b="0" i="0">
                <a:solidFill>
                  <a:srgbClr val="000000"/>
                </a:solidFill>
                <a:effectLst/>
                <a:latin typeface="Noto Sans TC"/>
              </a:rPr>
              <a:t>年首次入選為道瓊永續指數（</a:t>
            </a:r>
            <a:r>
              <a:rPr lang="en-US" b="0" i="0" dirty="0">
                <a:solidFill>
                  <a:srgbClr val="000000"/>
                </a:solidFill>
                <a:effectLst/>
                <a:latin typeface="Noto Sans TC"/>
              </a:rPr>
              <a:t>Dow Jones Sustainability Indices, DJSI）</a:t>
            </a:r>
            <a:r>
              <a:rPr lang="ja-JP" altLang="en-US" b="0" i="0">
                <a:solidFill>
                  <a:srgbClr val="000000"/>
                </a:solidFill>
                <a:effectLst/>
                <a:latin typeface="Noto Sans TC"/>
              </a:rPr>
              <a:t>「新興市場指數（</a:t>
            </a:r>
            <a:r>
              <a:rPr lang="en-US" b="0" i="0" dirty="0">
                <a:solidFill>
                  <a:srgbClr val="000000"/>
                </a:solidFill>
                <a:effectLst/>
                <a:latin typeface="Noto Sans TC"/>
              </a:rPr>
              <a:t>DJSI Emerging Markets Indices）」</a:t>
            </a:r>
            <a:r>
              <a:rPr lang="ja-JP" altLang="en-US">
                <a:solidFill>
                  <a:srgbClr val="000000"/>
                </a:solidFill>
                <a:latin typeface="Noto Sans TC"/>
              </a:rPr>
              <a:t>的成分股</a:t>
            </a:r>
            <a:endParaRPr lang="en-US" altLang="ja-JP" dirty="0">
              <a:solidFill>
                <a:srgbClr val="000000"/>
              </a:solidFill>
              <a:latin typeface="Noto Sans TC"/>
            </a:endParaRPr>
          </a:p>
          <a:p>
            <a:r>
              <a:rPr lang="ja-JP" altLang="en-US" b="0" i="0">
                <a:solidFill>
                  <a:srgbClr val="000000"/>
                </a:solidFill>
                <a:effectLst/>
                <a:latin typeface="Noto Sans TC"/>
              </a:rPr>
              <a:t>在標普全球企業永續評鑑（</a:t>
            </a:r>
            <a:r>
              <a:rPr lang="en-US" b="0" i="0" dirty="0">
                <a:solidFill>
                  <a:srgbClr val="000000"/>
                </a:solidFill>
                <a:effectLst/>
                <a:latin typeface="Noto Sans TC"/>
              </a:rPr>
              <a:t>S&amp;P Global Corporate Sustainability Assessment）</a:t>
            </a:r>
            <a:r>
              <a:rPr lang="ja-JP" altLang="en-US" b="0" i="0">
                <a:solidFill>
                  <a:srgbClr val="000000"/>
                </a:solidFill>
                <a:effectLst/>
                <a:latin typeface="Noto Sans TC"/>
              </a:rPr>
              <a:t>中獲得全球</a:t>
            </a:r>
            <a:r>
              <a:rPr lang="en-US" altLang="ja-JP" b="0" i="0" dirty="0">
                <a:solidFill>
                  <a:srgbClr val="000000"/>
                </a:solidFill>
                <a:effectLst/>
                <a:latin typeface="Noto Sans TC"/>
              </a:rPr>
              <a:t>61</a:t>
            </a:r>
            <a:r>
              <a:rPr lang="ja-JP" altLang="en-US" b="0" i="0">
                <a:solidFill>
                  <a:srgbClr val="000000"/>
                </a:solidFill>
                <a:effectLst/>
                <a:latin typeface="Noto Sans TC"/>
              </a:rPr>
              <a:t>家受評航空公司的最高分</a:t>
            </a:r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4224866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27150-2C24-B789-16B1-C3FECF2EA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D9C4F-095C-7316-C787-A369DE252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b="0" i="0">
                <a:solidFill>
                  <a:srgbClr val="000000"/>
                </a:solidFill>
                <a:effectLst/>
                <a:latin typeface="Noto Sans TC"/>
              </a:rPr>
              <a:t>長榮航空在環境與社會面向題組獲得第一名</a:t>
            </a:r>
            <a:endParaRPr lang="en-US" altLang="ja-JP" b="0" i="0" dirty="0">
              <a:solidFill>
                <a:srgbClr val="000000"/>
              </a:solidFill>
              <a:effectLst/>
              <a:latin typeface="Noto Sans TC"/>
            </a:endParaRPr>
          </a:p>
          <a:p>
            <a:r>
              <a:rPr lang="ja-JP" altLang="en-US" b="0" i="0">
                <a:solidFill>
                  <a:srgbClr val="000000"/>
                </a:solidFill>
                <a:effectLst/>
                <a:latin typeface="Noto Sans TC"/>
              </a:rPr>
              <a:t>「透明度與永續報告、風險管理、供應鏈管理、環境政策與管理系統、能源管理、包裝材、氣候策略、飛航安全、顧客關係、隱私保護」共</a:t>
            </a:r>
            <a:r>
              <a:rPr lang="en-US" altLang="ja-JP" b="0" i="0" dirty="0">
                <a:solidFill>
                  <a:srgbClr val="000000"/>
                </a:solidFill>
                <a:effectLst/>
                <a:latin typeface="Noto Sans TC"/>
              </a:rPr>
              <a:t>10</a:t>
            </a:r>
            <a:r>
              <a:rPr lang="ja-JP" altLang="en-US" b="0" i="0">
                <a:solidFill>
                  <a:srgbClr val="000000"/>
                </a:solidFill>
                <a:effectLst/>
                <a:latin typeface="Noto Sans TC"/>
              </a:rPr>
              <a:t>項指標，取得產業最高分</a:t>
            </a:r>
            <a:endParaRPr lang="en-US" altLang="ja-JP" b="0" i="0" dirty="0">
              <a:solidFill>
                <a:srgbClr val="000000"/>
              </a:solidFill>
              <a:effectLst/>
              <a:latin typeface="Noto Sans TC"/>
            </a:endParaRPr>
          </a:p>
          <a:p>
            <a:r>
              <a:rPr lang="ja-JP" altLang="en-US">
                <a:solidFill>
                  <a:srgbClr val="000000"/>
                </a:solidFill>
                <a:latin typeface="Noto Sans TC"/>
              </a:rPr>
              <a:t>使用永續航空燃油</a:t>
            </a:r>
            <a:r>
              <a:rPr lang="en-US" altLang="ja-JP" dirty="0">
                <a:solidFill>
                  <a:srgbClr val="000000"/>
                </a:solidFill>
                <a:latin typeface="Noto Sans TC"/>
              </a:rPr>
              <a:t>(</a:t>
            </a:r>
            <a:r>
              <a:rPr lang="en-US" dirty="0">
                <a:solidFill>
                  <a:srgbClr val="000000"/>
                </a:solidFill>
                <a:latin typeface="Noto Sans TC"/>
              </a:rPr>
              <a:t>Sustainable Aviation Fuel, SAF)</a:t>
            </a:r>
            <a:r>
              <a:rPr lang="zh-TW" altLang="en-US">
                <a:solidFill>
                  <a:srgbClr val="000000"/>
                </a:solidFill>
                <a:latin typeface="Noto Sans TC"/>
              </a:rPr>
              <a:t> 作為淨零碳排放的方式</a:t>
            </a:r>
            <a:endParaRPr lang="en-TW" dirty="0">
              <a:solidFill>
                <a:srgbClr val="000000"/>
              </a:solidFill>
              <a:latin typeface="Noto Sans TC"/>
            </a:endParaRPr>
          </a:p>
        </p:txBody>
      </p:sp>
    </p:spTree>
    <p:extLst>
      <p:ext uri="{BB962C8B-B14F-4D97-AF65-F5344CB8AC3E}">
        <p14:creationId xmlns:p14="http://schemas.microsoft.com/office/powerpoint/2010/main" val="2466691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E6861-D65D-52DC-2A86-92A545597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參考資料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72160-4998-C36F-9D79-2C44777B7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https://money.udn.com/money/story/5612/8431360</a:t>
            </a:r>
            <a:endParaRPr lang="en-US" dirty="0"/>
          </a:p>
          <a:p>
            <a:r>
              <a:rPr lang="en-US" dirty="0">
                <a:hlinkClick r:id="rId3"/>
              </a:rPr>
              <a:t>https://www.evaair.com/zh-tw/about-eva-air/news/news-releases/2024-12-17-joins-the-dow-jones-sustainability-indices.html</a:t>
            </a:r>
            <a:endParaRPr lang="en-US" dirty="0"/>
          </a:p>
          <a:p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269409710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28</TotalTime>
  <Words>156</Words>
  <Application>Microsoft Macintosh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Noto Sans TC</vt:lpstr>
      <vt:lpstr>Arial</vt:lpstr>
      <vt:lpstr>Gill Sans MT</vt:lpstr>
      <vt:lpstr>Gallery</vt:lpstr>
      <vt:lpstr>推動永續！長榮航空奪今年 S&amp;P Global CSA 業最高分</vt:lpstr>
      <vt:lpstr>PowerPoint Presentation</vt:lpstr>
      <vt:lpstr>PowerPoint Presentation</vt:lpstr>
      <vt:lpstr>參考資料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【個案蒐集】台灣企業入選永續指數發佈新聞稿</dc:title>
  <dc:creator>得晉 黃</dc:creator>
  <cp:lastModifiedBy>得晉 黃</cp:lastModifiedBy>
  <cp:revision>4</cp:revision>
  <dcterms:created xsi:type="dcterms:W3CDTF">2025-03-15T17:45:30Z</dcterms:created>
  <dcterms:modified xsi:type="dcterms:W3CDTF">2025-03-15T18:13:38Z</dcterms:modified>
</cp:coreProperties>
</file>